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DG Interns Hub – Week 2</a:t>
            </a:r>
          </a:p>
          <a:p>
            <a:pPr algn="ctr">
              <a:defRPr sz="2200" b="0"/>
            </a:pPr>
            <a:r>
              <a:t>Web Application Internship Task</a:t>
            </a:r>
          </a:p>
          <a:p>
            <a:pPr algn="ctr">
              <a:defRPr sz="2200" b="0"/>
            </a:pPr>
            <a:r>
              <a:t>Personal Professional Portfolio</a:t>
            </a:r>
          </a:p>
          <a:p>
            <a:pPr algn="ctr">
              <a:defRPr sz="2200" b="0"/>
            </a:pPr>
            <a:r>
              <a:t>Pavan Kumar Katkuri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Built a frontend portfolio using HTML, CSS and JavaScript.</a:t>
            </a:r>
          </a:p>
          <a:p>
            <a:pPr>
              <a:spcAft>
                <a:spcPts val="1200"/>
              </a:spcAft>
              <a:defRPr sz="1900"/>
            </a:pPr>
            <a:r>
              <a:t>Implemented Header, Hero, About, Services, Contact and Footer.</a:t>
            </a:r>
          </a:p>
          <a:p>
            <a:pPr>
              <a:spcAft>
                <a:spcPts val="1200"/>
              </a:spcAft>
              <a:defRPr sz="1900"/>
            </a:pPr>
            <a:r>
              <a:t>Focused on clean structure, styling, responsiveness and interaction.</a:t>
            </a:r>
          </a:p>
          <a:p>
            <a:pPr>
              <a:spcAft>
                <a:spcPts val="1200"/>
              </a:spcAft>
              <a:defRPr sz="1900"/>
            </a:pPr>
            <a:r>
              <a:t>Published the source code on GitHub.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HTML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Semantic elements: header, nav, section and footer.</a:t>
            </a:r>
          </a:p>
          <a:p>
            <a:pPr>
              <a:spcAft>
                <a:spcPts val="1200"/>
              </a:spcAft>
              <a:defRPr sz="1900"/>
            </a:pPr>
            <a:r>
              <a:t>Added headings, paragraphs, lists, links and image content.</a:t>
            </a:r>
          </a:p>
          <a:p>
            <a:pPr>
              <a:spcAft>
                <a:spcPts val="1200"/>
              </a:spcAft>
              <a:defRPr sz="1900"/>
            </a:pPr>
            <a:r>
              <a:t>Created navigation links and a contact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CSS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Applied colors, fonts, spacing and visual hierarchy.</a:t>
            </a:r>
          </a:p>
          <a:p>
            <a:pPr>
              <a:spcAft>
                <a:spcPts val="1200"/>
              </a:spcAft>
              <a:defRPr sz="1900"/>
            </a:pPr>
            <a:r>
              <a:t>Used Flexbox for layout.</a:t>
            </a:r>
          </a:p>
          <a:p>
            <a:pPr>
              <a:spcAft>
                <a:spcPts val="1200"/>
              </a:spcAft>
              <a:defRPr sz="1900"/>
            </a:pPr>
            <a:r>
              <a:t>Added hover effects to links, buttons and cards.</a:t>
            </a:r>
          </a:p>
          <a:p>
            <a:pPr>
              <a:spcAft>
                <a:spcPts val="1200"/>
              </a:spcAft>
              <a:defRPr sz="1900"/>
            </a:pPr>
            <a:r>
              <a:t>Added responsive CSS for smaller screens.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JavaScript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Button click alert for user interaction.</a:t>
            </a:r>
          </a:p>
          <a:p>
            <a:pPr>
              <a:spcAft>
                <a:spcPts val="1200"/>
              </a:spcAft>
              <a:defRPr sz="1900"/>
            </a:pPr>
            <a:r>
              <a:t>Basic contact-form validation.</a:t>
            </a:r>
          </a:p>
          <a:p>
            <a:pPr>
              <a:spcAft>
                <a:spcPts val="1200"/>
              </a:spcAft>
              <a:defRPr sz="1900"/>
            </a:pPr>
            <a:r>
              <a:t>Email format checking.</a:t>
            </a:r>
          </a:p>
          <a:p>
            <a:pPr>
              <a:spcAft>
                <a:spcPts val="1200"/>
              </a:spcAft>
              <a:defRPr sz="1900"/>
            </a:pPr>
            <a:r>
              <a:t>Success message and form reset.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Project Screenshot</a:t>
            </a:r>
          </a:p>
        </p:txBody>
      </p:sp>
      <p:pic>
        <p:nvPicPr>
          <p:cNvPr id="3" name="Picture 2" descr="41506c35-33d8-4bf4-88b3-0255b394b5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GitHub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Repository: https://github.com/Pavankumar-std/web-development-week-2</a:t>
            </a:r>
          </a:p>
          <a:p>
            <a:pPr>
              <a:spcAft>
                <a:spcPts val="1200"/>
              </a:spcAft>
              <a:defRPr sz="1900"/>
            </a:pPr>
            <a:r>
              <a:t>Project files: index.html, style.css, script.js and images.</a:t>
            </a:r>
          </a:p>
          <a:p>
            <a:pPr>
              <a:spcAft>
                <a:spcPts val="1200"/>
              </a:spcAft>
              <a:defRPr sz="1900"/>
            </a:pPr>
            <a:r>
              <a:t>The project strengthened my frontend development fundamentals.</a:t>
            </a:r>
          </a:p>
          <a:p>
            <a:pPr>
              <a:spcAft>
                <a:spcPts val="1200"/>
              </a:spcAft>
              <a:defRPr sz="1900"/>
            </a:pPr>
            <a:r>
              <a:t>Next: animations, mobile menu and GitHub Pages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